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5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B38"/>
    <a:srgbClr val="9CCCB4"/>
    <a:srgbClr val="9CBE97"/>
    <a:srgbClr val="FFE072"/>
    <a:srgbClr val="FFFAA4"/>
    <a:srgbClr val="FFD337"/>
    <a:srgbClr val="EBAC41"/>
    <a:srgbClr val="99C3DB"/>
    <a:srgbClr val="62859D"/>
    <a:srgbClr val="002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3E60E-A145-46C9-BEA8-D2C4E5AA1E3E}" v="4" dt="2025-11-21T18:35:37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0" autoAdjust="0"/>
    <p:restoredTop sz="94660"/>
  </p:normalViewPr>
  <p:slideViewPr>
    <p:cSldViewPr snapToGrid="0">
      <p:cViewPr varScale="1">
        <p:scale>
          <a:sx n="75" d="100"/>
          <a:sy n="75" d="100"/>
        </p:scale>
        <p:origin x="749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26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368C1-0699-4E38-A4C2-92C17734AF3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D13F-4ABD-4B68-85D1-1750BE4B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3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ool&#10;&#10;AI-generated content may be incorrect.">
            <a:extLst>
              <a:ext uri="{FF2B5EF4-FFF2-40B4-BE49-F238E27FC236}">
                <a16:creationId xmlns:a16="http://schemas.microsoft.com/office/drawing/2014/main" id="{3DD7EAF0-1456-E21B-08DF-EC66C9EE28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0A21C5-8771-4684-9918-0B961DA4E7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514" y="2805908"/>
            <a:ext cx="11710416" cy="990100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rgbClr val="00274B"/>
                </a:solidFill>
                <a:latin typeface="+mn-lt"/>
              </a:defRPr>
            </a:lvl1pPr>
          </a:lstStyle>
          <a:p>
            <a:r>
              <a:rPr lang="en-US" dirty="0"/>
              <a:t>Session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B69F4-1F82-40EA-8896-3ADB44448F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9514" y="1348970"/>
            <a:ext cx="7735733" cy="1238755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1B39-4F05-41E9-86E6-0328B4B3ACA9}"/>
              </a:ext>
            </a:extLst>
          </p:cNvPr>
          <p:cNvSpPr txBox="1">
            <a:spLocks/>
          </p:cNvSpPr>
          <p:nvPr userDrawn="1"/>
        </p:nvSpPr>
        <p:spPr>
          <a:xfrm>
            <a:off x="199514" y="133974"/>
            <a:ext cx="9049993" cy="890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 b="1" dirty="0">
                <a:solidFill>
                  <a:srgbClr val="3D6B38"/>
                </a:solidFill>
              </a:rPr>
              <a:t>Actuarial &amp; Finance</a:t>
            </a:r>
          </a:p>
        </p:txBody>
      </p:sp>
    </p:spTree>
    <p:extLst>
      <p:ext uri="{BB962C8B-B14F-4D97-AF65-F5344CB8AC3E}">
        <p14:creationId xmlns:p14="http://schemas.microsoft.com/office/powerpoint/2010/main" val="71682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D1FF29-F599-49C6-8BE4-EE06D0121D62}"/>
              </a:ext>
            </a:extLst>
          </p:cNvPr>
          <p:cNvSpPr/>
          <p:nvPr userDrawn="1"/>
        </p:nvSpPr>
        <p:spPr>
          <a:xfrm>
            <a:off x="0" y="0"/>
            <a:ext cx="12192000" cy="746049"/>
          </a:xfrm>
          <a:prstGeom prst="rect">
            <a:avLst/>
          </a:prstGeom>
          <a:solidFill>
            <a:srgbClr val="9C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D7247-4419-4511-8E16-8EE62244C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" y="3026"/>
            <a:ext cx="12085320" cy="7430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1E786-9971-44EF-81B9-8796C36F1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0451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B1AEF-E478-45E3-8173-1E13B29D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0479" y="6321888"/>
            <a:ext cx="441960" cy="45021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3744BEB4-F45D-431B-A191-1BD93FDC56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8AAF09-D7EC-494F-9919-1AEB36917858}"/>
              </a:ext>
            </a:extLst>
          </p:cNvPr>
          <p:cNvSpPr txBox="1">
            <a:spLocks/>
          </p:cNvSpPr>
          <p:nvPr userDrawn="1"/>
        </p:nvSpPr>
        <p:spPr>
          <a:xfrm>
            <a:off x="116004" y="6289034"/>
            <a:ext cx="6509657" cy="55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Session Title – Change in Slide Master View</a:t>
            </a:r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743DA282-39C5-4068-939E-A9DED1E7FA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75" b="23025"/>
          <a:stretch/>
        </p:blipFill>
        <p:spPr>
          <a:xfrm>
            <a:off x="11247120" y="6335053"/>
            <a:ext cx="861546" cy="42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7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7115E-7ECC-46C7-824E-6436885E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42E3C-07D6-47BF-A44F-5E10BCDB4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F481F-5D54-4F6D-987C-0242E36F6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72BE1-B7FB-4B4A-9E6B-CB237556723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BBFD-2F99-40A4-AB0E-CFC1D85D0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09E68-EF1D-4C7D-B23E-6499E39C2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4BEB4-F45D-431B-A191-1BD93FDC5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2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D9A5-28C6-7834-B00A-12D150FBD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1B94C-B4B6-9658-9272-10647614C4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41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8498-2746-49F6-AF51-06AA0E9C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29FD-1D70-49FD-9F01-595543B91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3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eaton</dc:creator>
  <cp:lastModifiedBy>Christi Trimble</cp:lastModifiedBy>
  <cp:revision>32</cp:revision>
  <dcterms:created xsi:type="dcterms:W3CDTF">2019-10-23T19:32:03Z</dcterms:created>
  <dcterms:modified xsi:type="dcterms:W3CDTF">2025-11-21T18:35:58Z</dcterms:modified>
</cp:coreProperties>
</file>